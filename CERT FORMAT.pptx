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81900"/>
  <p:notesSz cx="6858000" cy="9144000"/>
  <p:embeddedFontLst>
    <p:embeddedFont>
      <p:font typeface="Helveticish" charset="1" panose="020B0604020202020204"/>
      <p:regular r:id="rId7"/>
    </p:embeddedFont>
    <p:embeddedFont>
      <p:font typeface="Arimo" charset="1" panose="020B0604020202020204"/>
      <p:regular r:id="rId8"/>
    </p:embeddedFont>
    <p:embeddedFont>
      <p:font typeface="Anastasia Script" charset="1" panose="02000505070000020002"/>
      <p:regular r:id="rId9"/>
    </p:embeddedFont>
    <p:embeddedFont>
      <p:font typeface="Helveticish Bold" charset="1" panose="020B0704020202020204"/>
      <p:regular r:id="rId10"/>
    </p:embeddedFont>
    <p:embeddedFont>
      <p:font typeface="Quincy Bold" charset="1" panose="00000800000000000000"/>
      <p:regular r:id="rId11"/>
    </p:embeddedFont>
    <p:embeddedFont>
      <p:font typeface="Arapey Bold" charset="1" panose="02000000000000000000"/>
      <p:regular r:id="rId12"/>
    </p:embeddedFont>
    <p:embeddedFont>
      <p:font typeface="Arapey Italics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8480" cy="7589520"/>
          </a:xfrm>
          <a:custGeom>
            <a:avLst/>
            <a:gdLst/>
            <a:ahLst/>
            <a:cxnLst/>
            <a:rect r="r" b="b" t="t" l="l"/>
            <a:pathLst>
              <a:path h="7589520" w="10698480">
                <a:moveTo>
                  <a:pt x="0" y="0"/>
                </a:moveTo>
                <a:lnTo>
                  <a:pt x="10698480" y="0"/>
                </a:lnTo>
                <a:lnTo>
                  <a:pt x="10698480" y="7589520"/>
                </a:lnTo>
                <a:lnTo>
                  <a:pt x="0" y="758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035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33239" y="3890280"/>
            <a:ext cx="8632002" cy="0"/>
          </a:xfrm>
          <a:prstGeom prst="line">
            <a:avLst/>
          </a:prstGeom>
          <a:ln cap="flat" w="19050">
            <a:solidFill>
              <a:srgbClr val="030A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461057" y="1430138"/>
            <a:ext cx="1776367" cy="22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5"/>
              </a:lnSpc>
            </a:pPr>
            <a:r>
              <a:rPr lang="en-US" sz="1442" spc="47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award this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1057" y="2872920"/>
            <a:ext cx="1776367" cy="22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5"/>
              </a:lnSpc>
            </a:pPr>
            <a:r>
              <a:rPr lang="en-US" sz="1442" spc="47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16838" y="445330"/>
            <a:ext cx="5664804" cy="67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7"/>
              </a:lnSpc>
            </a:pPr>
            <a:r>
              <a:rPr lang="en-US" sz="1626" spc="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Republic of the Philippines</a:t>
            </a:r>
          </a:p>
          <a:p>
            <a:pPr algn="ctr">
              <a:lnSpc>
                <a:spcPts val="1757"/>
              </a:lnSpc>
            </a:pPr>
            <a:r>
              <a:rPr lang="en-US" sz="1626" spc="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UNIVERSITY OF RIZAL SYSTEM</a:t>
            </a:r>
          </a:p>
          <a:p>
            <a:pPr algn="ctr">
              <a:lnSpc>
                <a:spcPts val="1757"/>
              </a:lnSpc>
            </a:pPr>
            <a:r>
              <a:rPr lang="en-US" sz="1626" spc="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Province of Rizal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2023" y="1814986"/>
            <a:ext cx="8994435" cy="106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4"/>
              </a:lnSpc>
            </a:pPr>
            <a:r>
              <a:rPr lang="en-US" sz="6787" spc="101">
                <a:solidFill>
                  <a:srgbClr val="0C1F74"/>
                </a:solidFill>
                <a:latin typeface="Anastasia Script"/>
                <a:ea typeface="Anastasia Script"/>
                <a:cs typeface="Anastasia Script"/>
                <a:sym typeface="Anastasia Script"/>
              </a:rPr>
              <a:t>Certificate of  Recognition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239" y="3966480"/>
            <a:ext cx="8632002" cy="115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</a:pPr>
            <a:r>
              <a:rPr lang="en-US" sz="1698" spc="56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for being the </a:t>
            </a:r>
            <a:r>
              <a:rPr lang="en-US" b="true" sz="1698" spc="56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MVP</a:t>
            </a:r>
            <a:r>
              <a:rPr lang="en-US" sz="1698" spc="56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 in the</a:t>
            </a:r>
            <a:r>
              <a:rPr lang="en-US" b="true" sz="1698" spc="56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 E-SPORTS TOURNAMENT 2025</a:t>
            </a:r>
            <a:r>
              <a:rPr lang="en-US" sz="1698" spc="56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 with the theme of</a:t>
            </a:r>
            <a:r>
              <a:rPr lang="en-US" b="true" sz="1698" spc="56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 “Rise of the Legends”</a:t>
            </a:r>
            <a:r>
              <a:rPr lang="en-US" sz="1698" spc="56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 held by the</a:t>
            </a:r>
            <a:r>
              <a:rPr lang="en-US" b="true" sz="1698" spc="56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 College of Industrial Technology — Student Body </a:t>
            </a:r>
            <a:r>
              <a:rPr lang="en-US" sz="1698" spc="56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and </a:t>
            </a:r>
            <a:r>
              <a:rPr lang="en-US" b="true" sz="1698" spc="56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Builders of Information Technology Society </a:t>
            </a:r>
            <a:r>
              <a:rPr lang="en-US" sz="1698" spc="56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on October 3 to November 14 at University of Rizal System Cainta Campus.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111" y="3193366"/>
            <a:ext cx="8962258" cy="58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2"/>
              </a:lnSpc>
            </a:pPr>
            <a:r>
              <a:rPr lang="en-US" b="true" sz="3770" spc="124">
                <a:solidFill>
                  <a:srgbClr val="000000"/>
                </a:solidFill>
                <a:latin typeface="Quincy Bold"/>
                <a:ea typeface="Quincy Bold"/>
                <a:cs typeface="Quincy Bold"/>
                <a:sym typeface="Quincy Bold"/>
              </a:rPr>
              <a:t>SHALEMAR CARL OPERIO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563" y="5542397"/>
            <a:ext cx="8305354" cy="27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700" spc="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Given this 5th day of November 2025 at University of Rizal System Cainta, Rizal.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957830" y="5892988"/>
            <a:ext cx="1413750" cy="1413750"/>
          </a:xfrm>
          <a:custGeom>
            <a:avLst/>
            <a:gdLst/>
            <a:ahLst/>
            <a:cxnLst/>
            <a:rect r="r" b="b" t="t" l="l"/>
            <a:pathLst>
              <a:path h="1413750" w="1413750">
                <a:moveTo>
                  <a:pt x="0" y="0"/>
                </a:moveTo>
                <a:lnTo>
                  <a:pt x="1413749" y="0"/>
                </a:lnTo>
                <a:lnTo>
                  <a:pt x="1413749" y="1413749"/>
                </a:lnTo>
                <a:lnTo>
                  <a:pt x="0" y="1413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162503" y="6552737"/>
            <a:ext cx="4373474" cy="555661"/>
            <a:chOff x="0" y="0"/>
            <a:chExt cx="5831298" cy="74088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5831298" cy="38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4"/>
                </a:lnSpc>
              </a:pPr>
              <a:r>
                <a:rPr lang="en-US" sz="1846" spc="60">
                  <a:solidFill>
                    <a:srgbClr val="000000"/>
                  </a:solidFill>
                  <a:latin typeface="Arapey Bold"/>
                  <a:ea typeface="Arapey Bold"/>
                  <a:cs typeface="Arapey Bold"/>
                  <a:sym typeface="Arapey Bold"/>
                </a:rPr>
                <a:t>MARJORIE DF. SAN JUAN, PhD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28335"/>
              <a:ext cx="5831298" cy="312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32"/>
                </a:lnSpc>
              </a:pPr>
              <a:r>
                <a:rPr lang="en-US" sz="1846" i="true" spc="60">
                  <a:solidFill>
                    <a:srgbClr val="000000"/>
                  </a:solidFill>
                  <a:latin typeface="Arapey Italics"/>
                  <a:ea typeface="Arapey Italics"/>
                  <a:cs typeface="Arapey Italics"/>
                  <a:sym typeface="Arapey Italics"/>
                </a:rPr>
                <a:t>Student Development Services Coordinator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DAHT2TRfWeM</dc:identifier>
  <dcterms:modified xsi:type="dcterms:W3CDTF">2011-08-01T06:04:30Z</dcterms:modified>
  <cp:revision>1</cp:revision>
  <dc:title>CERT FORMAT</dc:title>
</cp:coreProperties>
</file>